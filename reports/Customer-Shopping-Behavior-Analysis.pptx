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Customer Shopping Behavior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5DEE3"/>
                </a:solidFill>
                <a:latin typeface="Calibri"/>
              </a:rPr>
              <a:t>Uncovering insights from 3,900 purchases to guide strategic business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Prepared by: Hassan Jumaa (Riq)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Data Analyst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Python  |  Pandas  |  MySQL  | 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3,900 customer transactions across 18 fields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" cy="1463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3900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Total Purchases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74320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109728" cy="1463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8132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48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Data 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743200" cy="14630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109728" cy="14630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48132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Calibri"/>
              </a:rPr>
              <a:t>Missing values only in Review Rating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Customer demographics: Age, Gender, Location, Subscription Status</a:t>
            </a:r>
          </a:p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Purchase details: Item Purchased, Category, Purchase Amount, Season, Size, Color</a:t>
            </a:r>
          </a:p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Shopping behavior: Discount Applied, Promo Code Used, Previous Purchases,</a:t>
            </a:r>
          </a:p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Frequency of Purchases, Review Rating, Shipping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 Preparation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Cleaning steps applied in Python/Pandas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Data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Imported dataset using pandas (cp1252 encoding)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822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2199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Initial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68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Structure check with df.info() and summary statistics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822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9923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260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Missing Data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46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37 Review Rating nulls filled with category median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822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7647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03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Column Standardization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23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Renamed all columns to snake_case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822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5371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805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Feature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800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Created age_group and purchase_frequency_days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57800"/>
            <a:ext cx="822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33095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Redundant Column Removed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778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promo_code_used dropped (correlated with discount_applied)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35040"/>
            <a:ext cx="822960" cy="64008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108192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60350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Database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6355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Loaded cleaned data into MySQL via SQLAlchemy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Revenue by Gender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Male vs Female customer spending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" cy="164592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$157,890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Male 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109728" cy="1645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$75,191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Female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38328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68% / 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Revenue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Key Insight: Male customers generate more than double the revenue of female customers ($157,890 vs $75,191). Product mix and purchasing frequency differ significantly by gender — worth investigating for targeted marketing.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Subscription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Subscribers vs Non-Subscribers spending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" cy="1645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$59.49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Subscriber Avg Spend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109728" cy="1645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$59.87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Non-Subscriber Avg Spend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38328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0.6%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Key Insight: Subscribers do NOT spend more per purchase. The difference is minimal (0.6%). Subscription status alone is not a strong predictor of spend — focus on exclusive benefits rather than discounting to drive loyalty.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Shipping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Standard vs Express shipping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" cy="1645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$60.48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Express Shipping Avg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109728" cy="16459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$58.46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Standard Shipping Avg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38328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3.5%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Express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Key Insight: Express shipping customers spend 3.5% more per order than Standard shipping customers ($60.48 vs $58.46). Express users are willing to pay for faster delivery — a price-insensitive segment for premium service tiers.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Segmented by previous purchases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9D8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4475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</a:rPr>
              <a:t>Loyal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4475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3,116 customers (79.9%)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444752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Core segment — retention is the key growth lever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1124712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137160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2D3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67919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</a:rPr>
              <a:t>Returning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7919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701 customers (18.0%)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79192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Regular shoppers — prime candidates for loyalty upgrades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1124712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37160" cy="10515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76F51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91363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D3D"/>
                </a:solidFill>
                <a:latin typeface="Calibri"/>
              </a:rPr>
              <a:t>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913632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83 customers (2.1%)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13632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First-time buyers — focus on conversion to Returning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Discount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Discount-driven purchasing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Highest Discount Product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65760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81328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Discount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371600"/>
            <a:ext cx="3383280" cy="1645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109728" cy="164592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4813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839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488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Customers using discounts</a:t>
            </a:r>
          </a:p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above avg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Key Insight: Discount-dependent products erode margin. Review pricing on high-discount items like Hat (50% discount rate). Balance sales boosts with margin control.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5DEE3"/>
                </a:solidFill>
                <a:latin typeface="Calibri"/>
              </a:rPr>
              <a:t>Data-driven actions for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Boost Subscriptions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Subscribers don't spend more per order — focus on exclusive benefits that increase purchase frequency rather than discounting.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50592"/>
            <a:ext cx="1124712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Loyalty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0779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79.9% of customers are Loyal (3,116 customers) — reward repeat buyers to protect this core segment.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9584"/>
            <a:ext cx="1124712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2102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Review Discount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Discount-dependent products need margin controls (Hat at 50% discount rate).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08576"/>
            <a:ext cx="1124712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00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Target Express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6577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Express customers spend 3.5% more per order — premium service tiers are worth pursuing.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87568"/>
            <a:ext cx="11247120" cy="914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7790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Targeted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4476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Focus on high-revenue age groups and gender segments identified in this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Calibri"/>
              </a:rPr>
              <a:t>Customer Shopping Behavior Analysis  |  Hassan Jumaa (Riq)  |  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